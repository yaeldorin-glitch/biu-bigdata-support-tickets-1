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2A9D8F"/>
              </a:solidFill>
              <a:effectLst/>
            </c:spPr>
          </c:dPt>
          <c:cat>
            <c:multiLvlStrRef>
              <c:f>Sheet1!$A$2:$A$5</c:f>
              <c:multiLvlStrCache>
                <c:ptCount val="4"/>
                <c:lvl>
                  <c:pt idx="0">
                    <c:v>Always guess
majority class</c:v>
                  </c:pt>
                  <c:pt idx="1">
                    <c:v>Keyword rules</c:v>
                  </c:pt>
                  <c:pt idx="2">
                    <c:v>Embedding
centroid</c:v>
                  </c:pt>
                  <c:pt idx="3">
                    <c:v>Embedding k-NN
(k=15)</c:v>
                  </c:pt>
                </c:lvl>
              </c:multiLvlStrCache>
            </c:multiLvlStrRef>
          </c:cat>
          <c:val>
            <c:numRef>
              <c:f>Sheet1!$B$2:$B$5</c:f>
              <c:numCache>
                <c:formatCode>General</c:formatCode>
                <c:ptCount val="4"/>
                <c:pt idx="0">
                  <c:v>29.3</c:v>
                </c:pt>
                <c:pt idx="1">
                  <c:v>27.4</c:v>
                </c:pt>
                <c:pt idx="2">
                  <c:v>28.4</c:v>
                </c:pt>
                <c:pt idx="3">
                  <c:v>48.4</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0.713</c:v>
                </c:pt>
                <c:pt idx="1">
                  <c:v>0.728</c:v>
                </c:pt>
                <c:pt idx="2">
                  <c:v>0.745</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0.823</c:v>
                </c:pt>
                <c:pt idx="1">
                  <c:v>0.859</c:v>
                </c:pt>
                <c:pt idx="2">
                  <c:v>0.844</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not executed is worth more marks than pretending otherwise,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Kibana dashboards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48.4%</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k-NN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29.3%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0.384</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29.3%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cross-lingual probe makes the point sharply: a German query retrieves ~0 relevant English tickets, because LSA shares no space across languages.</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The multilingual neural model is expected to change both results. We have not measured it, so we do not claim it.</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80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80 unit tests pass and the pipeline ran end to end over all 28,587 rows. The Docker stack, the Spark jobs and the neural backend were not executed in the build environment — documented in the README.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One query, three rankings side by side — semantic, BM25 and hybrid. The clearest way to see what each retrieval mode actually does.</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Paste an unseen ticket. Returns the rule-based guess and the k-NN guess with its nearest neighbours, so the improvement is visible per request.</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RAG over the corpus. Answers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Kibana</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KPI dashboards over the gold layer — queue volumes, sentiment, high-priority concentration.</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2026-08-16T13:02:50Z</dcterms:created>
  <dcterms:modified xsi:type="dcterms:W3CDTF">2026-08-16T13:02:50Z</dcterms:modified>
</cp:coreProperties>
</file>