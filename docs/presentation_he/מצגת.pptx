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דומיננטי</c:v>
                  </c:pt>
                  <c:pt idx="1">
                    <c:v>חוקים</c:v>
                  </c:pt>
                  <c:pt idx="2">
                    <c:v>מרכז-כובד</c:v>
                  </c:pt>
                  <c:pt idx="3">
                    <c:v>k-NN נוירוני</c:v>
                  </c:pt>
                  <c:pt idx="4">
                    <c:v>SVM לינארי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29.2</c:v>
                </c:pt>
                <c:pt idx="1">
                  <c:v>27.4</c:v>
                </c:pt>
                <c:pt idx="2">
                  <c:v>22</c:v>
                </c:pt>
                <c:pt idx="3">
                  <c:v>64.6</c:v>
                </c:pt>
                <c:pt idx="4">
                  <c:v>64.8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1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A2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LSA (אופליין)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נוירוני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0.346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5B4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אחוז תיוג שגוי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גרמנית (de)</c:v>
                  </c:pt>
                  <c:pt idx="1">
                    <c:v>אנגלית (en)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31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150" kern="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BIU 8688697201  ·  BIG DATA AND AI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 Intelligence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צנרת נתונים מקצה-לקצה מעל 28,587 כרטיסי תמיכה, עם שכבת AI לניתוב וחיפוש סמנטי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שם 1  ·  שם 2  ·  שם 3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נקודת המוצא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הבעיה שהפרויקט פותר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ארגון תמיכה מקבל פניות כטקסט חופשי. יש לזה שתי עלויות: מישהו צריך להחליט לאיזה צוות (queue) כל פנייה שייכת, וסוכנים פותרים מחדש בעיות שהארגון כבר פתר בעבר.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שתי אלה הן בעיות של הבנת טקסט — לא בעיות ש-SQL רגיל פותר טוב.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06640" y="1737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0" y="1810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28,587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58952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כרטיסים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2880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0" y="2953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57% / 43%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589520" y="3429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אנגלית / גרמנית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06640" y="4023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4096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589520" y="4572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צוותי יעד (queues)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החלק שהוכח בפועל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הארכיטקטורה: חמש תחנות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Kafka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כניסה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14600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70632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Spark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עיבוד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36592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992624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MinIO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אחסון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214616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14616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Elasticsearch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חיפוש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80576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436608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36608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FastAPI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Kaggle CSV  →  Kafka (tickets.raw)  →  Spark Structured Streaming  →  MinIO bronze/silver  →  Elasticsearch  →  FastAPI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ELT ולא ETL: ה-broker שומר אמת גולמית, וכל הטרנספורמציה קורית בהמשך ב-Spark — בכוונה.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טכנולוגיות הקורס בשימוש:  Kafka   ·   Spark Structured Streaming   ·   MinIO (Object Store)   ·   Elasticsearch (NoSQL + Vector)   ·   Docker 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חלק B במסמך הקורס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יכולת ה-AI — שלוש יכולות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2B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מרכזי · 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Embeddings וחיפוש סמנטי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מודל רב-לשוני הופך כל כרטיס ל-384 מספרים; אנגלית וגרמנית חולקות אותה מפה משמעות.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— שאלות ותשובות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עונה רק מתוך כרטיסים שאוחזרו בפועל; ציטוטים מומצאים נמחקים אוטומטית.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502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5020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ניתוב — למידת מכונה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4800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 על הווקטורים ו-SVM לינארי, חשופים זה-לצד-זה.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מדדים על 28,587 כרטיסים אמיתיים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ניתוב (queue)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שני דברים ששווה להגיד בקול: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406640" y="21945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חוקי מילות-מפתח (27.4%) מפסידים לניחוש קבוע (29.2%) — למרות שיש בהם אות אמיתי (macro-F1 גבוה יותר: 0.208 מול 0.045).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06640" y="35661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SVM לינארי (64.8%) כמעט זהה ל-k-NN הנוירוני (64.6%) — מודל קלאסי, זול הרבה יותר, בלי embedding בכלל.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אותם 28,587 כרטיסים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שליפה — והתהפכות מעניינת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9164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ECE8F5"/>
          </a:solidFill>
          <a:ln w="12700">
            <a:solidFill>
              <a:srgbClr val="ECE8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0" y="19202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ה-embedding האופליין (LSA), חיפוש סמנטי הפסיד ל-BM25.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260604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LSA הוא הטלה לינארית של אותה סטטיסטיקת מונחים ש-BM25 כבר מנקד — לא מוסיף ידע חיצוני.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המודל הנוירוני, סמנטי מנצח, וההיברידי (RRF) מנצח את שניהם: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40233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Purity@5: 0.352   ·   Precision@5: 0.758   ·   MRR: 0.876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מה המספרים חושפים על העסק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תובנות תפעוליות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53035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064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תיוג השפה שבור בכיוון אחד בלבד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26480" y="169164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92024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יותר מרבע מהקורפוס ה"גרמני" הוא בעצם טקסט אנגלי — פגם ספציפי במעלה הזרם, לא רעש אקראי.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26480" y="37947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402336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Outages and Maintenance: 4.0% מהנפח, אבל 71.0% high priority.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0" y="4754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איוש לפי נפח היה מרעיב את התור הזה משמעותית.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עכשיו בלייב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הדגמה חיה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GET /compare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q: "security incident"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מילולי מעלה כרטיס גרמני שגוי (מילה נדמתה) · סמנטי מוצא את הנכון בלי אף מילה משותפת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/route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טקסט: "...charged twice for the same order...need a refund"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34015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k-NN: Technical Support · confidence 33% (5 מתוך 15 קולות — לא ניחוש בטוח, וזה נתון שימושי בפני עצמו)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/ask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שאלה: "What security incidents have been reported?"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463600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תשובה מורכבת מכרטיסים אמיתיים בלבד · כל ציטוט ניתן לבדיקה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ביושר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מה הפרויקט לא מתיימר להיות מושלם בו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הבדיקה הבין-לשונית הראשונית לא עבדה — ותוקנה ונמדדה מחדש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87168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12,249 כרטיסים גרמניים "מציפים" כל שאילתה גרמנית לא-מוגבלת לפני שהיכולת הבין-לשונית מקבלת סיכוי — פגם בבדיקה, לא במודל. התיקון: הגבלת מאגר המועמדים לשפה השנייה לפני הדירוג, נמדד עם אותו מדד רלוונטיות בדיוק כמו הטבלה הראשית, על כל 28,587 הכרטיסים (250 שאילתות).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290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לפני (לא-מוגבל): ~0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3429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34840" y="3429000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290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אחרי (מסונן, סמנטי): 0.685 P@5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מול מילולי (BM25) באותה בדיקה: 0.660 — פער של 2.5 נקודות, רחב יותר מהפער בשליפה הרגילה (1.6 נק')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9C6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מדד הרלוונטיות הוא החוליה החלשה — עדיין פתוח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48280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תגיות משותפות מתגמלות דמיון נושאי, אבל יכולות להעניש-חסר פתרון שמנוסח אחרת מהבעיה. הערכה אנושית על מדגם שאילתות הייתה התיקון הכן.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תודה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שאלות?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Ticket Intelligence  ·  github.com/yaeldorin-glitch/biu-bigdata-support-tickets-1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 Intelligence</dc:title>
  <dc:subject>PptxGenJS Presentation</dc:subject>
  <dc:creator>Ticket Intelligence</dc:creator>
  <cp:lastModifiedBy>Ticket Intelligence</cp:lastModifiedBy>
  <cp:revision>1</cp:revision>
  <dcterms:created xsi:type="dcterms:W3CDTF">2026-08-17T14:25:49Z</dcterms:created>
  <dcterms:modified xsi:type="dcterms:W3CDTF">2026-08-17T14:25:49Z</dcterms:modified>
</cp:coreProperties>
</file>